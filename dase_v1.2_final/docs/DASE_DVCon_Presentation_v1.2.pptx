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4C75"/>
                </a:solidFill>
              </a:defRPr>
            </a:pPr>
            <a:r>
              <a:t>Self-Tuning Extension: The Weight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The fitness weights [0.40, 0.25, 0.15, 0.10, 0.10] were originally hardcoded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Problem: hand-tuned weights are hard to defend, different CPUs need different weights, no principled way to choose ceilings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Solution (v1.2): CMA-ES self-tuning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Outer loop evolves the 5 weights + 3 ceilings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Meta-fitness = Cohen's d (effect size)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8-parameter continuous optimization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No hardcoded values — all evolved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4C75"/>
                </a:solidFill>
              </a:defRPr>
            </a:pPr>
            <a:r>
              <a:t>Layer 2: CMA-ES Weight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Bilevel optimization: outer CMA-ES + inner GA (roulette + crossover)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CMA-ES searches 8 dimensions: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5 weights: softmax -&gt; simplex, clipped to [0.05, 0.60]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3 ceilings: sigmoid -&gt; [20,150], [5,40], [4,16]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Meta-fitness = Cohen's d (NOT mean DASE fitness):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d = (mean_DASE - mean_RAND) / pooled_std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Invariant to gaming (lowering ceilings inflates both equally)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Forces search to maximize DASE-vs-Random separation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Configuration: max_fevals=100, meta_seeds=6, sigma0=0.6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4C75"/>
                </a:solidFill>
              </a:defRPr>
            </a:pPr>
            <a:r>
              <a:t>How CMA-ES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CMA-ES = Covariance Matrix Adaptation Evolution Strategy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Algorithm: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1. Sample lambda offspring from multivariate Gaussian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2. Evaluate each (run inner GA with proposed weights)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3. Rank offspring by meta-fitness (Cohen's d)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4. Update mean and covariance based on successful offspring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5. Repeat until convergence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Key property: covariance adaptation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Learns which directions correlate with good fitness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Elongates search along productive directions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State-of-the-art for continuous parameter optimization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4C75"/>
                </a:solidFill>
              </a:defRPr>
            </a:pPr>
            <a:r>
              <a:t>Self-Tuning Results: CMA-ES Evolved Weights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CMA-ES meta-optimization — validated across multiple seeds: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Weight         Locked (default)    CMA-ES Evolved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w_raw          0.400               0.376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w_hazard       0.250               0.444    &lt;- increased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w_opcode        0.150               0.074    &lt;- decreased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w_branch       0.100               0.057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w_balance      0.100               0.049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CMA-ES discovered: hazards are stronger discriminator, balance was overweighted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Effect size improved: d = 2.0 -&gt; 2.11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4C75"/>
                </a:solidFill>
              </a:defRPr>
            </a:pPr>
            <a:r>
              <a:t>No Hardcoded Values: Self-Tuning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The fitness function has 8 parameters: 5 weights + 3 ceilings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Layer 1 — Empirical validation (locked weights):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Weights [0.40, 0.25, 0.15, 0.10, 0.10] validated across 12 seeds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Produces DASE=0.861, d=2.0 (paper Table 1)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Layer 2 — CMA-ES self-tuning: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Outer loop evolves the 8 parameters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Meta-fitness = Cohen's d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Evolved weights: [0.376, 0.444, 0.074, 0.057, 0.049]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  Improves d from 2.0 to 2.11</a:t>
            </a: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1A2A40"/>
                </a:solidFill>
              </a:defRPr>
            </a:pPr>
            <a:r>
              <a:t>No hardcoded weights — all self-tuned by CMA-ES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DASE DVCon Presentation v1.2</dc:title>
  <dc:subject>DASE Self-Tuning Extension</dc:subject>
  <dc:creator>Ankush Kumar Jaiswal</dc:creator>
  <cp:keywords/>
  <dc:description/>
  <cp:lastModifiedBy>Ankush Kumar Jaiswal</cp:lastModifiedBy>
  <cp:revision>1</cp:revision>
  <dcterms:created xsi:type="dcterms:W3CDTF">2013-01-27T09:14:16Z</dcterms:created>
  <dcterms:modified xsi:type="dcterms:W3CDTF">2013-01-27T09:15:58Z</dcterms:modified>
  <cp:category/>
</cp:coreProperties>
</file>